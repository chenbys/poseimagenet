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338560" cy="5120640"/>
  <p:notesSz cx="5120640" cy="113385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13385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PoseImageNet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prototypes</dc:title>
  <dc:subject>Definition figure</dc:subject>
  <dc:creator>PoseImageNet</dc:creator>
  <cp:lastModifiedBy>PoseImageNet</cp:lastModifiedBy>
  <cp:revision>1</cp:revision>
  <dcterms:created xsi:type="dcterms:W3CDTF">2026-09-26T08:42:19Z</dcterms:created>
  <dcterms:modified xsi:type="dcterms:W3CDTF">2026-09-26T08:42:19Z</dcterms:modified>
</cp:coreProperties>
</file>